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52722E-0D19-4997-AADE-EEDB13BB53B8}" v="21" dt="2025-12-03T10:55:28.4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97" d="100"/>
          <a:sy n="97" d="100"/>
        </p:scale>
        <p:origin x="1056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sad, Amrita" userId="3e44ea28-c1bf-4e05-9792-b9013f630cc0" providerId="ADAL" clId="{8F07ED04-B9A2-4C0D-9575-B8E0488EB9DD}"/>
    <pc:docChg chg="undo custSel modSld">
      <pc:chgData name="Prasad, Amrita" userId="3e44ea28-c1bf-4e05-9792-b9013f630cc0" providerId="ADAL" clId="{8F07ED04-B9A2-4C0D-9575-B8E0488EB9DD}" dt="2025-03-26T23:32:32.305" v="11" actId="22"/>
      <pc:docMkLst>
        <pc:docMk/>
      </pc:docMkLst>
      <pc:sldChg chg="addSp delSp modSp mod">
        <pc:chgData name="Prasad, Amrita" userId="3e44ea28-c1bf-4e05-9792-b9013f630cc0" providerId="ADAL" clId="{8F07ED04-B9A2-4C0D-9575-B8E0488EB9DD}" dt="2025-03-26T23:32:32.305" v="11" actId="22"/>
        <pc:sldMkLst>
          <pc:docMk/>
          <pc:sldMk cId="2199062608" sldId="257"/>
        </pc:sldMkLst>
      </pc:sldChg>
    </pc:docChg>
  </pc:docChgLst>
  <pc:docChgLst>
    <pc:chgData name="Prasad, Amrita" userId="3e44ea28-c1bf-4e05-9792-b9013f630cc0" providerId="ADAL" clId="{D5FCD9AB-9B08-41F7-898D-21ABAB897DD1}"/>
    <pc:docChg chg="undo custSel modSld">
      <pc:chgData name="Prasad, Amrita" userId="3e44ea28-c1bf-4e05-9792-b9013f630cc0" providerId="ADAL" clId="{D5FCD9AB-9B08-41F7-898D-21ABAB897DD1}" dt="2025-12-03T10:56:20.285" v="223" actId="13926"/>
      <pc:docMkLst>
        <pc:docMk/>
      </pc:docMkLst>
      <pc:sldChg chg="addSp delSp modSp mod">
        <pc:chgData name="Prasad, Amrita" userId="3e44ea28-c1bf-4e05-9792-b9013f630cc0" providerId="ADAL" clId="{D5FCD9AB-9B08-41F7-898D-21ABAB897DD1}" dt="2025-12-03T10:56:20.285" v="223" actId="13926"/>
        <pc:sldMkLst>
          <pc:docMk/>
          <pc:sldMk cId="2199062608" sldId="257"/>
        </pc:sldMkLst>
        <pc:spChg chg="mod">
          <ac:chgData name="Prasad, Amrita" userId="3e44ea28-c1bf-4e05-9792-b9013f630cc0" providerId="ADAL" clId="{D5FCD9AB-9B08-41F7-898D-21ABAB897DD1}" dt="2025-12-03T10:56:20.285" v="223" actId="13926"/>
          <ac:spMkLst>
            <pc:docMk/>
            <pc:sldMk cId="2199062608" sldId="257"/>
            <ac:spMk id="10" creationId="{FB58399B-CAAB-4C32-FB47-3F78610224D6}"/>
          </ac:spMkLst>
        </pc:spChg>
        <pc:spChg chg="mod">
          <ac:chgData name="Prasad, Amrita" userId="3e44ea28-c1bf-4e05-9792-b9013f630cc0" providerId="ADAL" clId="{D5FCD9AB-9B08-41F7-898D-21ABAB897DD1}" dt="2025-12-03T10:48:37.205" v="27" actId="14100"/>
          <ac:spMkLst>
            <pc:docMk/>
            <pc:sldMk cId="2199062608" sldId="257"/>
            <ac:spMk id="23" creationId="{9B944D5C-A83B-C3A3-969F-46D6932BF8F4}"/>
          </ac:spMkLst>
        </pc:spChg>
        <pc:picChg chg="add mod">
          <ac:chgData name="Prasad, Amrita" userId="3e44ea28-c1bf-4e05-9792-b9013f630cc0" providerId="ADAL" clId="{D5FCD9AB-9B08-41F7-898D-21ABAB897DD1}" dt="2025-12-03T10:48:33.621" v="26" actId="1076"/>
          <ac:picMkLst>
            <pc:docMk/>
            <pc:sldMk cId="2199062608" sldId="257"/>
            <ac:picMk id="11" creationId="{05CBA955-376B-27DF-C044-7E1EA9F9B313}"/>
          </ac:picMkLst>
        </pc:picChg>
        <pc:picChg chg="del">
          <ac:chgData name="Prasad, Amrita" userId="3e44ea28-c1bf-4e05-9792-b9013f630cc0" providerId="ADAL" clId="{D5FCD9AB-9B08-41F7-898D-21ABAB897DD1}" dt="2025-12-03T10:45:16.405" v="0" actId="478"/>
          <ac:picMkLst>
            <pc:docMk/>
            <pc:sldMk cId="2199062608" sldId="257"/>
            <ac:picMk id="12" creationId="{C2E6BD7A-D3AF-201C-AF2E-CF59A75897E9}"/>
          </ac:picMkLst>
        </pc:picChg>
      </pc:sldChg>
    </pc:docChg>
  </pc:docChgLst>
  <pc:docChgLst>
    <pc:chgData name="Prasad, Amrita" userId="3e44ea28-c1bf-4e05-9792-b9013f630cc0" providerId="ADAL" clId="{1E4C6211-D813-4132-9FEB-2D33798058B7}"/>
    <pc:docChg chg="undo redo custSel modSld">
      <pc:chgData name="Prasad, Amrita" userId="3e44ea28-c1bf-4e05-9792-b9013f630cc0" providerId="ADAL" clId="{1E4C6211-D813-4132-9FEB-2D33798058B7}" dt="2025-03-30T21:49:41.221" v="44" actId="113"/>
      <pc:docMkLst>
        <pc:docMk/>
      </pc:docMkLst>
      <pc:sldChg chg="modSp mod">
        <pc:chgData name="Prasad, Amrita" userId="3e44ea28-c1bf-4e05-9792-b9013f630cc0" providerId="ADAL" clId="{1E4C6211-D813-4132-9FEB-2D33798058B7}" dt="2025-03-30T21:49:41.221" v="44" actId="113"/>
        <pc:sldMkLst>
          <pc:docMk/>
          <pc:sldMk cId="2199062608" sldId="257"/>
        </pc:sldMkLst>
      </pc:sldChg>
    </pc:docChg>
  </pc:docChgLst>
  <pc:docChgLst>
    <pc:chgData name="Prasad, Amrita" userId="3e44ea28-c1bf-4e05-9792-b9013f630cc0" providerId="ADAL" clId="{A4D3389C-73B7-473A-A4AF-48D4FF9AB1F6}"/>
    <pc:docChg chg="undo redo custSel modSld">
      <pc:chgData name="Prasad, Amrita" userId="3e44ea28-c1bf-4e05-9792-b9013f630cc0" providerId="ADAL" clId="{A4D3389C-73B7-473A-A4AF-48D4FF9AB1F6}" dt="2025-03-26T23:46:04.544" v="203" actId="20577"/>
      <pc:docMkLst>
        <pc:docMk/>
      </pc:docMkLst>
      <pc:sldChg chg="addSp delSp modSp mod">
        <pc:chgData name="Prasad, Amrita" userId="3e44ea28-c1bf-4e05-9792-b9013f630cc0" providerId="ADAL" clId="{A4D3389C-73B7-473A-A4AF-48D4FF9AB1F6}" dt="2025-03-26T23:46:04.544" v="203" actId="20577"/>
        <pc:sldMkLst>
          <pc:docMk/>
          <pc:sldMk cId="2199062608" sldId="257"/>
        </pc:sldMkLst>
      </pc:sldChg>
    </pc:docChg>
  </pc:docChgLst>
  <pc:docChgLst>
    <pc:chgData name="Prasad, Amrita" userId="3e44ea28-c1bf-4e05-9792-b9013f630cc0" providerId="ADAL" clId="{496505A6-6C19-4AAB-A6D9-0D8B931885F9}"/>
    <pc:docChg chg="undo redo custSel delSld modSld modMainMaster">
      <pc:chgData name="Prasad, Amrita" userId="3e44ea28-c1bf-4e05-9792-b9013f630cc0" providerId="ADAL" clId="{496505A6-6C19-4AAB-A6D9-0D8B931885F9}" dt="2024-11-20T23:01:55.392" v="844" actId="20577"/>
      <pc:docMkLst>
        <pc:docMk/>
      </pc:docMkLst>
      <pc:sldChg chg="del">
        <pc:chgData name="Prasad, Amrita" userId="3e44ea28-c1bf-4e05-9792-b9013f630cc0" providerId="ADAL" clId="{496505A6-6C19-4AAB-A6D9-0D8B931885F9}" dt="2024-11-20T19:45:03.367" v="0" actId="2696"/>
        <pc:sldMkLst>
          <pc:docMk/>
          <pc:sldMk cId="3530408724" sldId="256"/>
        </pc:sldMkLst>
      </pc:sldChg>
      <pc:sldChg chg="addSp delSp modSp mod">
        <pc:chgData name="Prasad, Amrita" userId="3e44ea28-c1bf-4e05-9792-b9013f630cc0" providerId="ADAL" clId="{496505A6-6C19-4AAB-A6D9-0D8B931885F9}" dt="2024-11-20T23:01:55.392" v="844" actId="20577"/>
        <pc:sldMkLst>
          <pc:docMk/>
          <pc:sldMk cId="2199062608" sldId="257"/>
        </pc:sldMkLst>
      </pc:sldChg>
      <pc:sldMasterChg chg="modSp modSldLayout">
        <pc:chgData name="Prasad, Amrita" userId="3e44ea28-c1bf-4e05-9792-b9013f630cc0" providerId="ADAL" clId="{496505A6-6C19-4AAB-A6D9-0D8B931885F9}" dt="2024-11-20T21:22:23.099" v="8"/>
        <pc:sldMasterMkLst>
          <pc:docMk/>
          <pc:sldMasterMk cId="691473177" sldId="2147483648"/>
        </pc:sldMasterMkLst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3932702364" sldId="2147483649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1925652484" sldId="2147483651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1528364158" sldId="2147483652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2967235637" sldId="2147483653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1203476192" sldId="2147483656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2028655872" sldId="2147483657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2417502509" sldId="214748365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B1FB0-F46C-6437-B133-F6E4C99F78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5829EA-2F58-5DA8-3370-04027CEEC4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1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34B59-87E3-970E-A6D7-DC91956B1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F232EE-F2A4-E431-C47A-0DD4DE643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995E08-4CF6-154B-BCEB-17826401D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2702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D654A-3A84-55D4-051A-3A1438795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E8EDC-E2E9-134E-4574-8AEB5BC51F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1B8D8-BE73-60A0-B71D-0397FCF07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F058D-9140-888F-28A0-D23592535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33B9A3-C8CC-AE0A-FDDA-74C66DB55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9841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6C505-EFF4-0A6B-7F3D-6EA2F6AAF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2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787E86-6A54-DDFA-BB93-A0EB040A28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2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6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11" indent="0">
              <a:buNone/>
              <a:defRPr sz="1801">
                <a:solidFill>
                  <a:schemeClr val="tx1">
                    <a:tint val="82000"/>
                  </a:schemeClr>
                </a:solidFill>
              </a:defRPr>
            </a:lvl3pPr>
            <a:lvl4pPr marL="137161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2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2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3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4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4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ACA87A-8316-5FCD-3E7D-65275290D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00F48A-E46F-AD8D-C32D-F8315F869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BB72AF-6A90-ADCF-0A8D-113DAF523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56524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6364B-05EF-3FA3-5BD9-26308B984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686DC-6F66-5E6C-6516-824861DBA5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28F63F-0F7F-4CEB-289E-3BD92D5E68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086430-882E-E3FC-8FF5-C21007E26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AADDE6-DE2D-CF98-8F05-DAA25CB25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228F5C-69FF-05F5-3E75-249C7824E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8364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A0EC0-FD78-994A-EDCF-048F72E85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4EFDBE-FF68-D8FF-E1A0-DF528A8747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7699D0-2515-3244-343F-36E09FC40C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6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3FC879-B8D0-FCB4-AF0B-C2E116950C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4EC36-7152-545D-5E4A-94D9E20903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6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082040-BE6B-8D71-165E-DF3A5BD62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EC9721-F50E-3A3E-2B5C-D0C6BD6B1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369489-9600-DA14-5007-35C55802D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7235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04715-18CA-4FDB-06B2-089BFE725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F9AA2D-B64F-BBC8-0E96-C7FBD1C62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A3DC53-9275-761A-D4C0-4556A7F1D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090CAC-1A4D-6814-54D1-8954E305F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670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3A2568-C61F-A5AB-6B66-FF60FE237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D408CD-ACA8-E768-98D9-63E35B703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1A7F8B-0EBF-C741-EA2F-D55968300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05697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E3E05-9CBE-1223-9EE8-906499A69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429D0F-D19B-4F51-5520-16FFE69B33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EA5D88-2101-FF61-0096-E825298AE8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7F9E32-6723-4B2C-BBFC-EDF2AB1AE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8D6188-FBF3-3B0C-0632-47CEB8404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FFABAC-B4F5-787B-CBBE-7A1F4042B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476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3BA9C-1CEF-47B2-E908-F60619168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40275D-7385-116F-90A8-7A77939321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6" indent="0">
              <a:buNone/>
              <a:defRPr sz="2800"/>
            </a:lvl2pPr>
            <a:lvl3pPr marL="914411" indent="0">
              <a:buNone/>
              <a:defRPr sz="2400"/>
            </a:lvl3pPr>
            <a:lvl4pPr marL="1371617" indent="0">
              <a:buNone/>
              <a:defRPr sz="2000"/>
            </a:lvl4pPr>
            <a:lvl5pPr marL="1828823" indent="0">
              <a:buNone/>
              <a:defRPr sz="2000"/>
            </a:lvl5pPr>
            <a:lvl6pPr marL="2286029" indent="0">
              <a:buNone/>
              <a:defRPr sz="2000"/>
            </a:lvl6pPr>
            <a:lvl7pPr marL="2743234" indent="0">
              <a:buNone/>
              <a:defRPr sz="2000"/>
            </a:lvl7pPr>
            <a:lvl8pPr marL="3200440" indent="0">
              <a:buNone/>
              <a:defRPr sz="2000"/>
            </a:lvl8pPr>
            <a:lvl9pPr marL="3657646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4EC18D-7671-9EA2-AA0F-DC1ECD7223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FD0967-D8CC-C90E-665B-91553058A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DC2572-6AFE-7F5D-C4FD-6BB83236B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F1BC84-2B23-6956-7676-072DB2459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8655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3F465-6B59-73B7-770C-AABFA8CEA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50C15-ABB5-6273-95E8-3988A52ACC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082F83-CD5D-739A-43E6-939B21A45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9728B-6F79-21CD-EDCE-5F86FAFB4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D5B536-A567-5C03-0951-6BE298DE5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490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70350-1B78-47AB-0719-CA8ED696C2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899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A4FDA5-623E-7860-65F1-CB74349F94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199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624307-AA4C-6A87-6B34-ACFA973CD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4CA970-D929-99A8-F698-3015E15A3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1A2E3C-9ECB-3BDA-BC7F-C1544BE60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7502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4A6DE88-208C-1349-058D-42D7EBF25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11D5D2-8D72-C9AD-0EAC-806C7A4DD8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2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0C879-9D64-3BFA-EAA3-0A1B792878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069724-4DDF-43E6-8A61-A89BA3AB9547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63A64B-B172-6ABC-4461-001D4A132B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08C83A-EAC2-6F5D-4ACD-A0C40D52A5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1473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1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4" indent="-228604" algn="l" defTabSz="914411" rtl="0" eaLnBrk="1" latinLnBrk="0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9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15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21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27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32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38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44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49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06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11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7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23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29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34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40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46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hyperlink" Target="linkedin.com/in/rvats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F3390AEA-7235-A970-495B-D636AE61046A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88324280-5261-977C-59A3-69C3A52DDBB4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BB30B5E5-B8C5-09BC-94A9-33EBDE17904A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EB4EEB61-7514-222A-4A4B-9EE7D32EFD82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FC6B773E-C806-433C-39AB-21A03889068E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DA5779EA-53B5-78C8-93AF-BF5D010FE658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B589B7DC-A8BA-0321-8668-675EC921C7F6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A516030-269F-B52A-7190-D4FCD70D8446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58399B-CAAB-4C32-FB47-3F78610224D6}"/>
              </a:ext>
            </a:extLst>
          </p:cNvPr>
          <p:cNvSpPr txBox="1"/>
          <p:nvPr/>
        </p:nvSpPr>
        <p:spPr>
          <a:xfrm>
            <a:off x="3411935" y="1524372"/>
            <a:ext cx="8292384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600" b="1" dirty="0">
                <a:solidFill>
                  <a:srgbClr val="FFC000"/>
                </a:solidFill>
              </a:rPr>
              <a:t>Guest Speaker:</a:t>
            </a:r>
            <a:r>
              <a:rPr lang="en-GB" sz="1600" dirty="0">
                <a:solidFill>
                  <a:srgbClr val="FFC000"/>
                </a:solidFill>
              </a:rPr>
              <a:t> </a:t>
            </a:r>
            <a:r>
              <a:rPr lang="en-GB" sz="1600" b="1" dirty="0">
                <a:solidFill>
                  <a:srgbClr val="FFC000"/>
                </a:solidFill>
              </a:rPr>
              <a:t>Mr. Rahul Vats 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b="1" dirty="0">
                <a:solidFill>
                  <a:srgbClr val="FFC000"/>
                </a:solidFill>
              </a:rPr>
              <a:t>Designation: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rgbClr val="FFC000"/>
                </a:solidFill>
              </a:rPr>
              <a:t>Senior Lead/Manager at CapitalOne, Coppell, Texas, United States</a:t>
            </a:r>
          </a:p>
          <a:p>
            <a:pPr>
              <a:spcAft>
                <a:spcPts val="600"/>
              </a:spcAft>
            </a:pPr>
            <a:r>
              <a:rPr lang="en-GB" sz="1600" b="1" dirty="0">
                <a:solidFill>
                  <a:srgbClr val="FFC000"/>
                </a:solidFill>
              </a:rPr>
              <a:t>Contact Info- </a:t>
            </a:r>
            <a:r>
              <a:rPr lang="en-GB" sz="1600" b="1" dirty="0">
                <a:solidFill>
                  <a:srgbClr val="92D050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</a:t>
            </a:r>
            <a:r>
              <a:rPr lang="en-GB" sz="1600" b="1" dirty="0" err="1">
                <a:solidFill>
                  <a:srgbClr val="92D050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rvats</a:t>
            </a:r>
            <a:endParaRPr lang="en-GB" sz="1600" dirty="0">
              <a:solidFill>
                <a:srgbClr val="92D050"/>
              </a:solidFill>
            </a:endParaRPr>
          </a:p>
          <a:p>
            <a:pPr algn="just">
              <a:spcAft>
                <a:spcPts val="600"/>
              </a:spcAft>
            </a:pPr>
            <a:r>
              <a:rPr lang="en-GB" sz="1600" dirty="0">
                <a:solidFill>
                  <a:schemeClr val="bg1"/>
                </a:solidFill>
              </a:rPr>
              <a:t>Join us for a compelling talk by Mr. Rahul Vats, who will showcase the power of AI in tackling </a:t>
            </a:r>
            <a:r>
              <a:rPr lang="en-GB" sz="1600" b="1" dirty="0">
                <a:solidFill>
                  <a:schemeClr val="bg1"/>
                </a:solidFill>
              </a:rPr>
              <a:t>real-world industry challenges</a:t>
            </a:r>
            <a:r>
              <a:rPr lang="en-GB" sz="1600" dirty="0">
                <a:solidFill>
                  <a:schemeClr val="bg1"/>
                </a:solidFill>
              </a:rPr>
              <a:t>. Using </a:t>
            </a:r>
            <a:r>
              <a:rPr lang="en-GB" sz="1600" b="1" dirty="0">
                <a:solidFill>
                  <a:srgbClr val="FFC000"/>
                </a:solidFill>
              </a:rPr>
              <a:t>real world data</a:t>
            </a:r>
            <a:r>
              <a:rPr lang="en-GB" sz="1600" dirty="0">
                <a:solidFill>
                  <a:schemeClr val="bg1"/>
                </a:solidFill>
              </a:rPr>
              <a:t> for various key use cases like wildfires, mental health detection using mobile data, this session will illustrate how machine learning techniques are reshaping industries and tackling critical real-world challenges.</a:t>
            </a:r>
          </a:p>
          <a:p>
            <a:pPr>
              <a:spcAft>
                <a:spcPts val="600"/>
              </a:spcAft>
            </a:pPr>
            <a:r>
              <a:rPr lang="en-GB" sz="1600" dirty="0"/>
              <a:t>🔍 </a:t>
            </a:r>
            <a:r>
              <a:rPr lang="en-GB" sz="1600" b="1" dirty="0">
                <a:solidFill>
                  <a:srgbClr val="FFC000"/>
                </a:solidFill>
              </a:rPr>
              <a:t>Session Focus:</a:t>
            </a:r>
            <a:endParaRPr lang="en-GB" sz="1600" dirty="0">
              <a:solidFill>
                <a:srgbClr val="FFC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How AI is solving critical real-world challenges</a:t>
            </a:r>
            <a:endParaRPr lang="en-GB" sz="1600" dirty="0">
              <a:solidFill>
                <a:schemeClr val="bg1"/>
              </a:solidFill>
              <a:highlight>
                <a:srgbClr val="FF00FF"/>
              </a:highlight>
            </a:endParaRP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Practical insights for building impactful ML solutions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Wildfires use cases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Detecting Depression by tracking location data in mobile. </a:t>
            </a:r>
          </a:p>
          <a:p>
            <a:pPr>
              <a:spcAft>
                <a:spcPts val="600"/>
              </a:spcAft>
            </a:pPr>
            <a:r>
              <a:rPr lang="en-GB" sz="1600" dirty="0">
                <a:solidFill>
                  <a:schemeClr val="bg1"/>
                </a:solidFill>
              </a:rPr>
              <a:t>📅 </a:t>
            </a:r>
            <a:r>
              <a:rPr lang="en-GB" sz="1600" b="1" dirty="0">
                <a:solidFill>
                  <a:schemeClr val="bg1"/>
                </a:solidFill>
              </a:rPr>
              <a:t>Date: 5</a:t>
            </a:r>
            <a:r>
              <a:rPr lang="en-GB" sz="1600" b="1" baseline="30000" dirty="0">
                <a:solidFill>
                  <a:schemeClr val="bg1"/>
                </a:solidFill>
              </a:rPr>
              <a:t>th</a:t>
            </a:r>
            <a:r>
              <a:rPr lang="en-GB" sz="1600" b="1" dirty="0">
                <a:solidFill>
                  <a:schemeClr val="bg1"/>
                </a:solidFill>
              </a:rPr>
              <a:t> December </a:t>
            </a:r>
            <a:r>
              <a:rPr lang="en-GB" sz="1600" dirty="0">
                <a:solidFill>
                  <a:schemeClr val="bg1"/>
                </a:solidFill>
              </a:rPr>
              <a:t>2025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dirty="0">
                <a:solidFill>
                  <a:schemeClr val="bg1"/>
                </a:solidFill>
              </a:rPr>
              <a:t>⏰ </a:t>
            </a:r>
            <a:r>
              <a:rPr lang="en-GB" sz="1600" b="1" dirty="0">
                <a:solidFill>
                  <a:schemeClr val="bg1"/>
                </a:solidFill>
              </a:rPr>
              <a:t>Time:</a:t>
            </a:r>
            <a:r>
              <a:rPr lang="en-GB" sz="1600" dirty="0">
                <a:solidFill>
                  <a:schemeClr val="bg1"/>
                </a:solidFill>
              </a:rPr>
              <a:t> 2.00 p.m.- 3.00 p.m.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dirty="0">
                <a:solidFill>
                  <a:schemeClr val="bg1"/>
                </a:solidFill>
              </a:rPr>
              <a:t>📍 </a:t>
            </a:r>
            <a:r>
              <a:rPr lang="en-GB" sz="1600" b="1" dirty="0">
                <a:solidFill>
                  <a:schemeClr val="bg1"/>
                </a:solidFill>
              </a:rPr>
              <a:t>Venue:</a:t>
            </a:r>
            <a:r>
              <a:rPr lang="en-GB" sz="1600" dirty="0">
                <a:solidFill>
                  <a:schemeClr val="bg1"/>
                </a:solidFill>
              </a:rPr>
              <a:t> Virtual: </a:t>
            </a:r>
            <a:r>
              <a:rPr lang="en-GB" sz="1600" dirty="0">
                <a:solidFill>
                  <a:schemeClr val="bg1"/>
                </a:solidFill>
                <a:latin typeface="Aptos" panose="020B0004020202020204" pitchFamily="34" charset="0"/>
              </a:rPr>
              <a:t>Teams Meeting Link available on CMP7005 Teams Channel</a:t>
            </a:r>
            <a:endParaRPr lang="en-GB" sz="1600" dirty="0">
              <a:solidFill>
                <a:schemeClr val="bg1"/>
              </a:solidFill>
            </a:endParaRPr>
          </a:p>
          <a:p>
            <a:endParaRPr lang="en-GB" sz="1400" b="1" dirty="0">
              <a:solidFill>
                <a:srgbClr val="FFC000"/>
              </a:solidFill>
            </a:endParaRPr>
          </a:p>
          <a:p>
            <a:r>
              <a:rPr lang="en-GB" sz="1400" b="1" dirty="0">
                <a:solidFill>
                  <a:srgbClr val="FFC000"/>
                </a:solidFill>
              </a:rPr>
              <a:t>Don’t miss this opportunity to learn from an expert at the forefront of AI innovation! 🚀</a:t>
            </a:r>
          </a:p>
          <a:p>
            <a:pPr>
              <a:spcAft>
                <a:spcPts val="600"/>
              </a:spcAft>
            </a:pPr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446262-123B-A435-DCBF-952C222E230E}"/>
              </a:ext>
            </a:extLst>
          </p:cNvPr>
          <p:cNvSpPr txBox="1"/>
          <p:nvPr/>
        </p:nvSpPr>
        <p:spPr>
          <a:xfrm>
            <a:off x="4265024" y="680925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B944D5C-A83B-C3A3-969F-46D6932BF8F4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CBA955-376B-27DF-C044-7E1EA9F9B31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0626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218</TotalTime>
  <Words>285</Words>
  <Application>Microsoft Office PowerPoint</Application>
  <PresentationFormat>Widescreen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Wingdings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Prasad, Amrita</dc:creator>
  <cp:lastModifiedBy>RAVE Management</cp:lastModifiedBy>
  <cp:revision>2</cp:revision>
  <dcterms:created xsi:type="dcterms:W3CDTF">2024-10-21T18:39:22Z</dcterms:created>
  <dcterms:modified xsi:type="dcterms:W3CDTF">2025-12-05T05:29:39Z</dcterms:modified>
</cp:coreProperties>
</file>