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2722E-0D19-4997-AADE-EEDB13BB53B8}" v="21" dt="2025-12-03T10:55:2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5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ad, Amrita" userId="3e44ea28-c1bf-4e05-9792-b9013f630cc0" providerId="ADAL" clId="{8F07ED04-B9A2-4C0D-9575-B8E0488EB9DD}"/>
    <pc:docChg chg="undo custSel modSld">
      <pc:chgData name="Prasad, Amrita" userId="3e44ea28-c1bf-4e05-9792-b9013f630cc0" providerId="ADAL" clId="{8F07ED04-B9A2-4C0D-9575-B8E0488EB9DD}" dt="2025-03-26T23:32:32.305" v="11" actId="22"/>
      <pc:docMkLst>
        <pc:docMk/>
      </pc:docMkLst>
      <pc:sldChg chg="addSp delSp modSp mod">
        <pc:chgData name="Prasad, Amrita" userId="3e44ea28-c1bf-4e05-9792-b9013f630cc0" providerId="ADAL" clId="{8F07ED04-B9A2-4C0D-9575-B8E0488EB9DD}" dt="2025-03-26T23:32:32.305" v="11" actId="22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1E4C6211-D813-4132-9FEB-2D33798058B7}"/>
    <pc:docChg chg="undo redo custSel modSld">
      <pc:chgData name="Prasad, Amrita" userId="3e44ea28-c1bf-4e05-9792-b9013f630cc0" providerId="ADAL" clId="{1E4C6211-D813-4132-9FEB-2D33798058B7}" dt="2025-03-30T21:49:41.221" v="44" actId="113"/>
      <pc:docMkLst>
        <pc:docMk/>
      </pc:docMkLst>
      <pc:sldChg chg="modSp mod">
        <pc:chgData name="Prasad, Amrita" userId="3e44ea28-c1bf-4e05-9792-b9013f630cc0" providerId="ADAL" clId="{1E4C6211-D813-4132-9FEB-2D33798058B7}" dt="2025-03-30T21:49:41.221" v="44" actId="113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D5FCD9AB-9B08-41F7-898D-21ABAB897DD1}"/>
    <pc:docChg chg="undo custSel modSld">
      <pc:chgData name="Prasad, Amrita" userId="3e44ea28-c1bf-4e05-9792-b9013f630cc0" providerId="ADAL" clId="{D5FCD9AB-9B08-41F7-898D-21ABAB897DD1}" dt="2025-12-03T10:56:20.285" v="223" actId="13926"/>
      <pc:docMkLst>
        <pc:docMk/>
      </pc:docMkLst>
      <pc:sldChg chg="addSp delSp modSp mod">
        <pc:chgData name="Prasad, Amrita" userId="3e44ea28-c1bf-4e05-9792-b9013f630cc0" providerId="ADAL" clId="{D5FCD9AB-9B08-41F7-898D-21ABAB897DD1}" dt="2025-12-03T10:56:20.285" v="223" actId="13926"/>
        <pc:sldMkLst>
          <pc:docMk/>
          <pc:sldMk cId="2199062608" sldId="257"/>
        </pc:sldMkLst>
        <pc:spChg chg="mod">
          <ac:chgData name="Prasad, Amrita" userId="3e44ea28-c1bf-4e05-9792-b9013f630cc0" providerId="ADAL" clId="{D5FCD9AB-9B08-41F7-898D-21ABAB897DD1}" dt="2025-12-03T10:56:20.285" v="223" actId="13926"/>
          <ac:spMkLst>
            <pc:docMk/>
            <pc:sldMk cId="2199062608" sldId="257"/>
            <ac:spMk id="10" creationId="{FB58399B-CAAB-4C32-FB47-3F78610224D6}"/>
          </ac:spMkLst>
        </pc:spChg>
        <pc:spChg chg="mod">
          <ac:chgData name="Prasad, Amrita" userId="3e44ea28-c1bf-4e05-9792-b9013f630cc0" providerId="ADAL" clId="{D5FCD9AB-9B08-41F7-898D-21ABAB897DD1}" dt="2025-12-03T10:48:37.205" v="27" actId="14100"/>
          <ac:spMkLst>
            <pc:docMk/>
            <pc:sldMk cId="2199062608" sldId="257"/>
            <ac:spMk id="23" creationId="{9B944D5C-A83B-C3A3-969F-46D6932BF8F4}"/>
          </ac:spMkLst>
        </pc:spChg>
        <pc:picChg chg="add mod">
          <ac:chgData name="Prasad, Amrita" userId="3e44ea28-c1bf-4e05-9792-b9013f630cc0" providerId="ADAL" clId="{D5FCD9AB-9B08-41F7-898D-21ABAB897DD1}" dt="2025-12-03T10:48:33.621" v="26" actId="1076"/>
          <ac:picMkLst>
            <pc:docMk/>
            <pc:sldMk cId="2199062608" sldId="257"/>
            <ac:picMk id="11" creationId="{05CBA955-376B-27DF-C044-7E1EA9F9B313}"/>
          </ac:picMkLst>
        </pc:picChg>
        <pc:picChg chg="del">
          <ac:chgData name="Prasad, Amrita" userId="3e44ea28-c1bf-4e05-9792-b9013f630cc0" providerId="ADAL" clId="{D5FCD9AB-9B08-41F7-898D-21ABAB897DD1}" dt="2025-12-03T10:45:16.405" v="0" actId="478"/>
          <ac:picMkLst>
            <pc:docMk/>
            <pc:sldMk cId="2199062608" sldId="257"/>
            <ac:picMk id="12" creationId="{C2E6BD7A-D3AF-201C-AF2E-CF59A75897E9}"/>
          </ac:picMkLst>
        </pc:picChg>
      </pc:sldChg>
    </pc:docChg>
  </pc:docChgLst>
  <pc:docChgLst>
    <pc:chgData name="Prasad, Amrita" userId="3e44ea28-c1bf-4e05-9792-b9013f630cc0" providerId="ADAL" clId="{A4D3389C-73B7-473A-A4AF-48D4FF9AB1F6}"/>
    <pc:docChg chg="undo redo custSel modSld">
      <pc:chgData name="Prasad, Amrita" userId="3e44ea28-c1bf-4e05-9792-b9013f630cc0" providerId="ADAL" clId="{A4D3389C-73B7-473A-A4AF-48D4FF9AB1F6}" dt="2025-03-26T23:46:04.544" v="203" actId="20577"/>
      <pc:docMkLst>
        <pc:docMk/>
      </pc:docMkLst>
      <pc:sldChg chg="addSp delSp modSp mod">
        <pc:chgData name="Prasad, Amrita" userId="3e44ea28-c1bf-4e05-9792-b9013f630cc0" providerId="ADAL" clId="{A4D3389C-73B7-473A-A4AF-48D4FF9AB1F6}" dt="2025-03-26T23:46:04.544" v="203" actId="20577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496505A6-6C19-4AAB-A6D9-0D8B931885F9}"/>
    <pc:docChg chg="undo redo custSel delSld modSld modMainMaster">
      <pc:chgData name="Prasad, Amrita" userId="3e44ea28-c1bf-4e05-9792-b9013f630cc0" providerId="ADAL" clId="{496505A6-6C19-4AAB-A6D9-0D8B931885F9}" dt="2024-11-20T23:01:55.392" v="844" actId="20577"/>
      <pc:docMkLst>
        <pc:docMk/>
      </pc:docMkLst>
      <pc:sldChg chg="del">
        <pc:chgData name="Prasad, Amrita" userId="3e44ea28-c1bf-4e05-9792-b9013f630cc0" providerId="ADAL" clId="{496505A6-6C19-4AAB-A6D9-0D8B931885F9}" dt="2024-11-20T19:45:03.367" v="0" actId="2696"/>
        <pc:sldMkLst>
          <pc:docMk/>
          <pc:sldMk cId="3530408724" sldId="256"/>
        </pc:sldMkLst>
      </pc:sldChg>
      <pc:sldChg chg="addSp delSp modSp mod">
        <pc:chgData name="Prasad, Amrita" userId="3e44ea28-c1bf-4e05-9792-b9013f630cc0" providerId="ADAL" clId="{496505A6-6C19-4AAB-A6D9-0D8B931885F9}" dt="2024-11-20T23:01:55.392" v="844" actId="20577"/>
        <pc:sldMkLst>
          <pc:docMk/>
          <pc:sldMk cId="2199062608" sldId="257"/>
        </pc:sldMkLst>
      </pc:sldChg>
      <pc:sldMasterChg chg="modSp modSldLayout">
        <pc:chgData name="Prasad, Amrita" userId="3e44ea28-c1bf-4e05-9792-b9013f630cc0" providerId="ADAL" clId="{496505A6-6C19-4AAB-A6D9-0D8B931885F9}" dt="2024-11-20T21:22:23.099" v="8"/>
        <pc:sldMasterMkLst>
          <pc:docMk/>
          <pc:sldMasterMk cId="691473177" sldId="2147483648"/>
        </pc:sldMasterMkLst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3932702364" sldId="2147483649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925652484" sldId="2147483651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528364158" sldId="2147483652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967235637" sldId="2147483653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203476192" sldId="2147483656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028655872" sldId="2147483657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417502509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3A7824-D43C-4DBF-990F-734BD913A73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C1EA71-4C59-48E2-8E91-0AC78D4B4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686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579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E42D-4EF6-6CC4-B671-BBBAE9F4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7C6497-1C1B-210A-F77B-E8732DEF0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48C18-DD2E-6305-5567-4AC45BCD6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EE58-E1A7-DC94-D0FA-A14D45C19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29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1B835-935B-796E-00E4-CB1EA072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C4FAA-50A9-DCE3-FA44-A2B6C85F3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59E68-3E3E-51B6-DE8E-6F1349A7C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082B-617E-C4E9-2548-5B16FBC04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28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15BF-9A09-D86B-7358-5267EA1A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CF7DB-8497-CC8E-1D0A-35C0026DD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901AA-0195-72D5-A72F-6F04218A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7BFD-DBFB-6F5B-8343-0AB3677CE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38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B1FB0-F46C-6437-B133-F6E4C99F7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5829EA-2F58-5DA8-3370-04027CEEC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34B59-87E3-970E-A6D7-DC91956B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232EE-F2A4-E431-C47A-0DD4DE643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95E08-4CF6-154B-BCEB-17826401D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702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D654A-3A84-55D4-051A-3A143879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E8EDC-E2E9-134E-4574-8AEB5BC51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1B8D8-BE73-60A0-B71D-0397FCF0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F058D-9140-888F-28A0-D2359253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3B9A3-C8CC-AE0A-FDDA-74C66DB5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841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6C505-EFF4-0A6B-7F3D-6EA2F6AA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87E86-6A54-DDFA-BB93-A0EB040A2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CA87A-8316-5FCD-3E7D-65275290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0F48A-E46F-AD8D-C32D-F8315F869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B72AF-6A90-ADCF-0A8D-113DAF523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65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64B-05EF-3FA3-5BD9-26308B98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686DC-6F66-5E6C-6516-824861DBA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8F63F-0F7F-4CEB-289E-3BD92D5E6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86430-882E-E3FC-8FF5-C21007E2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ADDE6-DE2D-CF98-8F05-DAA25CB2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228F5C-69FF-05F5-3E75-249C7824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364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A0EC0-FD78-994A-EDCF-048F72E8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EFDBE-FF68-D8FF-E1A0-DF528A874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7699D0-2515-3244-343F-36E09FC40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3FC879-B8D0-FCB4-AF0B-C2E116950C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4EC36-7152-545D-5E4A-94D9E209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082040-BE6B-8D71-165E-DF3A5BD62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C9721-F50E-3A3E-2B5C-D0C6BD6B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369489-9600-DA14-5007-35C55802D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235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4715-18CA-4FDB-06B2-089BFE725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F9AA2D-B64F-BBC8-0E96-C7FBD1C6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3DC53-9275-761A-D4C0-4556A7F1D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090CAC-1A4D-6814-54D1-8954E305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670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3A2568-C61F-A5AB-6B66-FF60FE23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408CD-ACA8-E768-98D9-63E35B7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A7F8B-0EBF-C741-EA2F-D5596830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569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E3E05-9CBE-1223-9EE8-906499A69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29D0F-D19B-4F51-5520-16FFE69B3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A5D88-2101-FF61-0096-E825298AE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F9E32-6723-4B2C-BBFC-EDF2AB1AE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D6188-FBF3-3B0C-0632-47CEB8404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FFABAC-B4F5-787B-CBBE-7A1F4042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476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A9C-1CEF-47B2-E908-F6061916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0275D-7385-116F-90A8-7A7793932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EC18D-7671-9EA2-AA0F-DC1ECD722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D0967-D8CC-C90E-665B-91553058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C2572-6AFE-7F5D-C4FD-6BB83236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1BC84-2B23-6956-7676-072DB245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65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F465-6B59-73B7-770C-AABFA8CE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50C15-ABB5-6273-95E8-3988A52ACC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82F83-CD5D-739A-43E6-939B21A45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9728B-6F79-21CD-EDCE-5F86FAFB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5B536-A567-5C03-0951-6BE298DE5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90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70350-1B78-47AB-0719-CA8ED696C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4FDA5-623E-7860-65F1-CB74349F9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24307-AA4C-6A87-6B34-ACFA973C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CA970-D929-99A8-F698-3015E15A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A2E3C-9ECB-3BDA-BC7F-C1544BE6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0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6DE88-208C-1349-058D-42D7EBF2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1D5D2-8D72-C9AD-0EAC-806C7A4DD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C879-9D64-3BFA-EAA3-0A1B792878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3A64B-B172-6ABC-4461-001D4A132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8C83A-EAC2-6F5D-4ACD-A0C40D52A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47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3390AEA-7235-A970-495B-D636AE61046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8324280-5261-977C-59A3-69C3A52DDBB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B30B5E5-B8C5-09BC-94A9-33EBDE17904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B4EEB61-7514-222A-4A4B-9EE7D32EFD8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C6B773E-C806-433C-39AB-21A03889068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A5779EA-53B5-78C8-93AF-BF5D010FE65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B589B7DC-A8BA-0321-8668-675EC921C7F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516030-269F-B52A-7190-D4FCD70D844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58399B-CAAB-4C32-FB47-3F78610224D6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446262-123B-A435-DCBF-952C222E230E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944D5C-A83B-C3A3-969F-46D6932BF8F4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CBA955-376B-27DF-C044-7E1EA9F9B3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D510E-8390-3E1A-3E68-3EE45A7C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D5D3F74-5804-AB33-92D6-D555CF058E99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CB3598E-0F6D-032D-78E3-665EDF1D615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AB82243-9855-F89D-D6D6-0348356DDF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A88C87EE-EA19-4487-B892-C7AAE8F4EE8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D985BD4-AAA0-DBD3-D504-F1960D055E60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64F692F-33E9-7A1B-EA80-43491F22F2E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0D75EF2-51D4-0B4F-5A9F-A064D98EC51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8B6E0D-C0DE-6AC1-8C9D-D3A7509909B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71FADF5-A14E-2A6F-E4FD-05C996983B85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1852B-C057-165D-155B-694EB56861AA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AD8BA7-8DD5-B8BE-2182-F9975FD6DA8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00FF49-3BF7-8EC6-D1FE-15E2A9D567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17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101-066F-E064-55C1-1FD0F359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4FFC192-2517-5487-5745-5FD9129C3AF7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9CD054C-819A-AB96-9246-9E92336553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A34C872-F65A-F6F6-A555-FB0C38BB2D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7984A48F-46B0-356D-98D0-669B6B8C607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8327896-BA3A-134B-A217-742C0A4ED41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6879D56-8A25-BAAE-E7DC-B488E4000DD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F21065D-6669-8C95-C319-032D5034AB4A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65ACE28-22BD-99A3-F424-AD60B9BA5D7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3BA51C8-B3A9-EEAE-6EFD-4AC78C48D1A2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828EA9-3D44-1271-9076-E471A5111654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7B9232-C208-FAA1-1F65-CB5CB15F87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FF9003-DB2A-3FD1-DA22-14302FD44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41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527C-75EE-C67D-62D9-ECFB5E354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730A17A-37F6-0398-BB4C-5AC46D42E952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28E5267-8D19-9052-F623-40398BE9464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123AB5F-6A6D-389B-0573-FC5CC19CB02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EE7AA8F-A085-BEA0-422B-F987D3EC6A2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C689E3E4-A855-2F0B-C86D-A1CEFC1E0B5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D75CC49-434E-915D-6037-D6F50AFDBF57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7C43D4C-0FFF-C1AE-018E-416D1912C0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8608EA0-CB0D-34BD-6499-7BF0C02B183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5825168-EE69-9A37-A8DD-CE65FC8DAFF8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5AF667-E8DB-4070-1BC3-CFCFA02F249C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A1F5FF-0182-8045-4A4B-C859E9C3019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0697FC-8CFC-BC93-2DFA-5088D194F4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01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</TotalTime>
  <Words>1144</Words>
  <Application>Microsoft Office PowerPoint</Application>
  <PresentationFormat>Widescreen</PresentationFormat>
  <Paragraphs>60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Prasad, Amrita</dc:creator>
  <cp:lastModifiedBy>RAVE Management</cp:lastModifiedBy>
  <cp:revision>3</cp:revision>
  <dcterms:created xsi:type="dcterms:W3CDTF">2024-10-21T18:39:22Z</dcterms:created>
  <dcterms:modified xsi:type="dcterms:W3CDTF">2025-12-05T06:11:46Z</dcterms:modified>
</cp:coreProperties>
</file>